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84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AB872-4249-45BB-8B40-3D201FBCFCAE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02865-9342-4786-BABB-481F7F36F8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2983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AB872-4249-45BB-8B40-3D201FBCFCAE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02865-9342-4786-BABB-481F7F36F8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0281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AB872-4249-45BB-8B40-3D201FBCFCAE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02865-9342-4786-BABB-481F7F36F8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7522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AB872-4249-45BB-8B40-3D201FBCFCAE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02865-9342-4786-BABB-481F7F36F8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2594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AB872-4249-45BB-8B40-3D201FBCFCAE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02865-9342-4786-BABB-481F7F36F8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8932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AB872-4249-45BB-8B40-3D201FBCFCAE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02865-9342-4786-BABB-481F7F36F8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7644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AB872-4249-45BB-8B40-3D201FBCFCAE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02865-9342-4786-BABB-481F7F36F8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6837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AB872-4249-45BB-8B40-3D201FBCFCAE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02865-9342-4786-BABB-481F7F36F8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2806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AB872-4249-45BB-8B40-3D201FBCFCAE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02865-9342-4786-BABB-481F7F36F8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5919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AB872-4249-45BB-8B40-3D201FBCFCAE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02865-9342-4786-BABB-481F7F36F8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0752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AB872-4249-45BB-8B40-3D201FBCFCAE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02865-9342-4786-BABB-481F7F36F8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835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1AB872-4249-45BB-8B40-3D201FBCFCAE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C02865-9342-4786-BABB-481F7F36F8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7551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436913" y="1840679"/>
            <a:ext cx="9375569" cy="287382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파일 업로드 창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9547761" y="5706093"/>
            <a:ext cx="2224644" cy="71054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서식 </a:t>
            </a:r>
            <a:r>
              <a:rPr lang="ko-KR" altLang="en-US" dirty="0" err="1" smtClean="0">
                <a:solidFill>
                  <a:schemeClr val="tx1"/>
                </a:solidFill>
              </a:rPr>
              <a:t>설정창</a:t>
            </a:r>
            <a:r>
              <a:rPr lang="ko-KR" altLang="en-US" dirty="0" smtClean="0">
                <a:solidFill>
                  <a:schemeClr val="tx1"/>
                </a:solidFill>
              </a:rPr>
              <a:t> 이동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661060" y="193967"/>
            <a:ext cx="2224643" cy="14626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 dirty="0" smtClean="0">
                <a:solidFill>
                  <a:schemeClr val="tx1"/>
                </a:solidFill>
              </a:rPr>
              <a:t>파일 업로드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433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1525979" y="1905993"/>
            <a:ext cx="9375569" cy="59970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글꼴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25979" y="2768933"/>
            <a:ext cx="4340431" cy="59970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글자 크기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6561117" y="2768933"/>
            <a:ext cx="4340431" cy="59970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줄 간격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1525978" y="3776357"/>
            <a:ext cx="9375570" cy="59970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문단 정렬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1525978" y="4783781"/>
            <a:ext cx="9375570" cy="59970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들여쓰기</a:t>
            </a:r>
            <a:r>
              <a:rPr lang="en-US" altLang="ko-KR" dirty="0" smtClean="0">
                <a:solidFill>
                  <a:schemeClr val="tx1"/>
                </a:solidFill>
              </a:rPr>
              <a:t>, </a:t>
            </a:r>
            <a:r>
              <a:rPr lang="ko-KR" altLang="en-US" dirty="0" err="1" smtClean="0">
                <a:solidFill>
                  <a:schemeClr val="tx1"/>
                </a:solidFill>
              </a:rPr>
              <a:t>내어쓰기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9979231" y="5893135"/>
            <a:ext cx="1844634" cy="599701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설정 완료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661060" y="193967"/>
            <a:ext cx="2224643" cy="14626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 dirty="0" smtClean="0">
                <a:solidFill>
                  <a:schemeClr val="tx1"/>
                </a:solidFill>
              </a:rPr>
              <a:t>서식 설정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7825839" y="5893135"/>
            <a:ext cx="1909948" cy="59970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현재 서식 저장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5672447" y="5893135"/>
            <a:ext cx="1909948" cy="59970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서식 불러오기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4532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793666" y="1903026"/>
            <a:ext cx="5143995" cy="44443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미리 보기 화면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6697682" y="5777345"/>
            <a:ext cx="2600698" cy="5700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서식 다시 수정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6697682" y="2055426"/>
            <a:ext cx="5143995" cy="3037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변경 내용 요약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9427028" y="5777345"/>
            <a:ext cx="2600698" cy="570016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HWPX </a:t>
            </a:r>
            <a:r>
              <a:rPr lang="ko-KR" altLang="en-US" dirty="0" smtClean="0">
                <a:solidFill>
                  <a:schemeClr val="tx1"/>
                </a:solidFill>
              </a:rPr>
              <a:t>다운로드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661060" y="193967"/>
            <a:ext cx="2224643" cy="14626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 dirty="0" smtClean="0">
                <a:solidFill>
                  <a:schemeClr val="tx1"/>
                </a:solidFill>
              </a:rPr>
              <a:t>변경 완료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72522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40</Words>
  <Application>Microsoft Office PowerPoint</Application>
  <PresentationFormat>와이드스크린</PresentationFormat>
  <Paragraphs>17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4</cp:revision>
  <dcterms:created xsi:type="dcterms:W3CDTF">2026-09-01T10:43:17Z</dcterms:created>
  <dcterms:modified xsi:type="dcterms:W3CDTF">2026-09-04T10:53:24Z</dcterms:modified>
</cp:coreProperties>
</file>